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57" r:id="rId7"/>
    <p:sldId id="260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 varScale="1">
        <p:scale>
          <a:sx n="115" d="100"/>
          <a:sy n="115" d="100"/>
        </p:scale>
        <p:origin x="3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FB04-01CE-58F2-9C88-788D3908E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C02A0-1B88-7B3E-7708-D7713D4EF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8F663-D474-19BE-BA3B-FA00F2AB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623F8-EA40-C48E-0D99-24ADFC99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F8BC-9A56-E7DB-3B2D-D405E7BC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8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1CF8-04F5-97F9-7355-BD0252C0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FC11-1250-2DFA-A664-5B35957D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77E43-2441-CB29-FE26-CA6AC97E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764FE-E386-5E51-3F43-5990EAFF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3759C-C1FC-C656-AE04-62D8D141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4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EE6F-7C62-A6A9-D82A-C989A33C7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85C96-7DB7-2127-EC75-F074A0AA6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7C49C-0011-A823-FAF7-9CE18A5D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B41D2-49B0-9A2A-26F4-4A1E88D2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EC1D9-6C82-31A3-B2F6-E7A2309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1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57FE-414A-459A-6C1F-060FEF64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9F3C-3258-280E-7984-990CD1CC5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0F367-A5E2-CE0B-B143-D8BA1BA8C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0B73B-E407-F89B-453C-C0067299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37226-206A-34FD-9058-2B46B47F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79759-CF02-77F7-1161-71CD2D73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9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AE73-CC7B-B493-F7C3-AC71906ED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3F7C-AB0D-7689-33C1-BE9AC46E3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216DC-9AD6-6F6E-3C93-7AB79DD70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B71B4-C844-C103-8F43-EE27A1E81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11262-ED12-615E-6EC2-FDCEA7EF3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99CB7-D082-E945-CE9E-52BE8C77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74887-7118-DF5E-AC38-372D3AFA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8A57E-AB1E-3D23-D23E-B2EE5A65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50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7C2E-85E7-8DDA-4372-BE01CA6B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98C6B2-7BF8-4B68-F6C0-9E7061C6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DAB09-9DF6-1FAA-CAF8-883B9274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CF1D4-F513-F566-E126-71CA354C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4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439CC-1EAA-7EBE-1D80-77445153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DD857-65B5-1CCA-CE1B-AA0F17BA8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C0914-AC92-CD19-2049-3F44FFDE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13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E5B7-41A1-9518-C472-0756D78E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3915B-3568-72F3-D1E9-AABB35CFA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C5D81-5CA5-CE48-99A2-E44F8A28F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10992-554F-CE1C-7B2E-BCD45D80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F066C-BFD2-1AE2-F4D9-BCD3450BE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18009-50FA-EB41-0182-F2BA36A2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5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4830-325E-B008-9885-909C9B36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DC83E-CE70-507B-8308-2F826D5B2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FAFED-2709-29A8-0368-E9E764165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DB4A9-8C14-4A88-19A8-F70F9F60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E7A32-347B-7602-CA7C-4333B248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3A056-DD04-9DC6-59B5-461C0A20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8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9FD1-39E7-BE88-C6B0-7B891E43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A0D09-233F-5F9B-A983-EC5D865D0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278F4-0AAE-BC8D-D6ED-9931928F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82B50-6F91-69FE-4BCD-40A51C08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FD7D5-826C-2AA0-6F0A-517BF0F3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9CCD9-7886-6C21-B286-0451A2FB9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7E62A-6F4E-5348-F73F-76E4EE56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AA0D9-88DD-D8AD-2BC9-8D8DB23B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C4F89-00D7-FAC7-2E62-EBA9BEFF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967FB-E39C-0EBE-37E7-0B472C05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8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AD661-FCB9-C823-726A-997131D2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8CC57-A1B0-3F54-5689-CD04C3CDE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705D6-1119-5F3A-11E9-009DBA7A1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9EADB-5838-DE44-AFCE-1EA4B61C4431}" type="datetimeFigureOut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525DE-6E01-97C9-C8A7-B1C39E930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78F06-04DB-B2CC-2CB0-DC5D843FE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20A96-90E5-A94E-8005-D84D6BB5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tie pointing at a wall with papers&#10;&#10;Description automatically generated">
            <a:extLst>
              <a:ext uri="{FF2B5EF4-FFF2-40B4-BE49-F238E27FC236}">
                <a16:creationId xmlns:a16="http://schemas.microsoft.com/office/drawing/2014/main" id="{97DE19E7-E5FF-898F-6686-F99A3565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36" y="1254577"/>
            <a:ext cx="6263700" cy="46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1AD6-18BF-1B0A-E6C4-F85999C6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Goal of today’s meeting</a:t>
            </a:r>
          </a:p>
        </p:txBody>
      </p:sp>
      <p:pic>
        <p:nvPicPr>
          <p:cNvPr id="5" name="Picture 4" descr="Lightbulb idea concept">
            <a:extLst>
              <a:ext uri="{FF2B5EF4-FFF2-40B4-BE49-F238E27FC236}">
                <a16:creationId xmlns:a16="http://schemas.microsoft.com/office/drawing/2014/main" id="{AD396AD5-F7C2-7A8F-4DDA-C2033B764C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6" r="48956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E6FA-A4B0-58BA-765A-43A9F12E8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/>
              <a:t>Brainstorm ideas for summary figures</a:t>
            </a:r>
          </a:p>
          <a:p>
            <a:r>
              <a:rPr lang="en-US" sz="2000"/>
              <a:t>Methods to link species interactions with abundance across time and climate</a:t>
            </a:r>
          </a:p>
        </p:txBody>
      </p:sp>
    </p:spTree>
    <p:extLst>
      <p:ext uri="{BB962C8B-B14F-4D97-AF65-F5344CB8AC3E}">
        <p14:creationId xmlns:p14="http://schemas.microsoft.com/office/powerpoint/2010/main" val="217380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9485-EA28-D731-3A2B-31985EC0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</a:t>
            </a:r>
            <a:r>
              <a:rPr lang="en-US" dirty="0" err="1"/>
              <a:t>Chapt</a:t>
            </a:r>
            <a:r>
              <a:rPr lang="en-US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F91A-3A4A-4CBB-FDE9-806D07195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Show that species interactions change across </a:t>
            </a:r>
            <a:r>
              <a:rPr lang="en-US" dirty="0" err="1"/>
              <a:t>neighbours’</a:t>
            </a:r>
            <a:r>
              <a:rPr lang="en-US" dirty="0"/>
              <a:t> density (chapt2) and across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Link species interactions to higher-level patterns, such as abundance over time and climate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Predict abundances over time from species interactions in different climatic scenarios </a:t>
            </a:r>
          </a:p>
        </p:txBody>
      </p:sp>
    </p:spTree>
    <p:extLst>
      <p:ext uri="{BB962C8B-B14F-4D97-AF65-F5344CB8AC3E}">
        <p14:creationId xmlns:p14="http://schemas.microsoft.com/office/powerpoint/2010/main" val="361876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2D00-3AE9-167F-B5DE-FC7F858C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Where, what, when, who?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6B03-EF06-A89A-574A-945F500A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6522" cy="4351338"/>
          </a:xfrm>
        </p:spPr>
        <p:txBody>
          <a:bodyPr/>
          <a:lstStyle/>
          <a:p>
            <a:r>
              <a:rPr lang="en-US" dirty="0"/>
              <a:t>Spain Grassland</a:t>
            </a:r>
          </a:p>
          <a:p>
            <a:r>
              <a:rPr lang="en-US" dirty="0"/>
              <a:t>Plant–plant community</a:t>
            </a:r>
          </a:p>
          <a:p>
            <a:r>
              <a:rPr lang="en-US" dirty="0"/>
              <a:t>Time: 2015 – 2021</a:t>
            </a:r>
          </a:p>
          <a:p>
            <a:r>
              <a:rPr lang="en-US" dirty="0"/>
              <a:t>Data: fecundity data related to </a:t>
            </a:r>
            <a:r>
              <a:rPr lang="en-US" dirty="0" err="1"/>
              <a:t>neighbours'</a:t>
            </a:r>
            <a:r>
              <a:rPr lang="en-US" dirty="0"/>
              <a:t> condition</a:t>
            </a:r>
          </a:p>
          <a:p>
            <a:r>
              <a:rPr lang="en-US" dirty="0"/>
              <a:t> ~ 10 consistent families of annual plants</a:t>
            </a:r>
          </a:p>
          <a:p>
            <a:r>
              <a:rPr lang="en-US" dirty="0"/>
              <a:t> ~ 10 focal species</a:t>
            </a:r>
          </a:p>
        </p:txBody>
      </p:sp>
      <p:pic>
        <p:nvPicPr>
          <p:cNvPr id="5" name="Picture 4" descr="A diagram of a plant life cycle&#10;&#10;Description automatically generated">
            <a:extLst>
              <a:ext uri="{FF2B5EF4-FFF2-40B4-BE49-F238E27FC236}">
                <a16:creationId xmlns:a16="http://schemas.microsoft.com/office/drawing/2014/main" id="{A37893F5-9186-D9EC-E196-E2EAD61F7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722" y="1523504"/>
            <a:ext cx="6049241" cy="465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6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323A-A347-5972-9E01-E16C3E7D7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from species interactions’ estimations</a:t>
            </a:r>
          </a:p>
        </p:txBody>
      </p:sp>
    </p:spTree>
    <p:extLst>
      <p:ext uri="{BB962C8B-B14F-4D97-AF65-F5344CB8AC3E}">
        <p14:creationId xmlns:p14="http://schemas.microsoft.com/office/powerpoint/2010/main" val="3189596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30D2F7E-9606-05FB-93F0-4173DCE1D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0117"/>
            <a:ext cx="10101942" cy="56178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BA2350-70D9-5A2A-2E97-8A1A113F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of Caracoles, Spain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4F6A5-77BA-73B3-FA0E-8D3962E92BA3}"/>
              </a:ext>
            </a:extLst>
          </p:cNvPr>
          <p:cNvSpPr txBox="1"/>
          <p:nvPr/>
        </p:nvSpPr>
        <p:spPr>
          <a:xfrm>
            <a:off x="3735659" y="2118731"/>
            <a:ext cx="8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LEMA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F4BCDB-8BBE-C6F3-3169-807832FF7F5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148254" y="2488063"/>
            <a:ext cx="713678" cy="277439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749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D70E-28A6-3C32-0915-8CDE6971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Intrinsic fitness across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40418-9201-04BE-D570-60408FEDD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06" y="1238365"/>
            <a:ext cx="8982187" cy="525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6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D70E-28A6-3C32-0915-8CDE6971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Species interaction across time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1B5159-35AE-0127-0ABC-B1AD3DF4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92" y="1690688"/>
            <a:ext cx="11593416" cy="430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8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53E5-6B7F-1E89-A8DD-5CE08920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change across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AA0E1E-6720-E8BF-9143-BABCD340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880" y="1262424"/>
            <a:ext cx="4427920" cy="27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9735A1-03E0-8689-E0C3-0EA170F12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539" y="4086000"/>
            <a:ext cx="4427922" cy="27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B2903-4486-2545-FB4F-8ECBE0806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8" y="1262424"/>
            <a:ext cx="4427922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9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131</Words>
  <Application>Microsoft Macintosh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Goal of today’s meeting</vt:lpstr>
      <vt:lpstr>Objectives of Chapt 3</vt:lpstr>
      <vt:lpstr>Where, what, when, who? </vt:lpstr>
      <vt:lpstr>Output from species interactions’ estimations</vt:lpstr>
      <vt:lpstr>Time series of Caracoles, Spain</vt:lpstr>
      <vt:lpstr>Intrinsic fitness across time</vt:lpstr>
      <vt:lpstr>Species interaction across time</vt:lpstr>
      <vt:lpstr>Environmental change across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Buche</dc:creator>
  <cp:lastModifiedBy>Lisa Buche</cp:lastModifiedBy>
  <cp:revision>3</cp:revision>
  <dcterms:created xsi:type="dcterms:W3CDTF">2024-05-01T08:33:08Z</dcterms:created>
  <dcterms:modified xsi:type="dcterms:W3CDTF">2024-05-02T23:56:00Z</dcterms:modified>
</cp:coreProperties>
</file>